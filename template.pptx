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3" r:id="rId2"/>
    <p:sldId id="3542" r:id="rId3"/>
    <p:sldId id="3317" r:id="rId4"/>
  </p:sldIdLst>
  <p:sldSz cx="10442575" cy="5870575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50">
          <p15:clr>
            <a:srgbClr val="A4A3A4"/>
          </p15:clr>
        </p15:guide>
        <p15:guide id="2" pos="32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AEE5"/>
    <a:srgbClr val="9E9E9F"/>
    <a:srgbClr val="76CAE9"/>
    <a:srgbClr val="0064A3"/>
    <a:srgbClr val="1DADE9"/>
    <a:srgbClr val="FFFFFF"/>
    <a:srgbClr val="857E7F"/>
    <a:srgbClr val="59E3FA"/>
    <a:srgbClr val="004FA3"/>
    <a:srgbClr val="76C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2C04C-107F-442A-BE29-6DA7B7D68D9F}" v="98" dt="2026-05-22T06:36:10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000" autoAdjust="0"/>
  </p:normalViewPr>
  <p:slideViewPr>
    <p:cSldViewPr snapToGrid="0" snapToObjects="1">
      <p:cViewPr varScale="1">
        <p:scale>
          <a:sx n="112" d="100"/>
          <a:sy n="112" d="100"/>
        </p:scale>
        <p:origin x="424" y="184"/>
      </p:cViewPr>
      <p:guideLst>
        <p:guide orient="horz" pos="1850"/>
        <p:guide pos="32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FB24A-8D84-4875-87F0-0FFF463F80F1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4A793-B764-4D65-8168-63953501E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8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32314-B0BF-0F4C-88A3-608860FEA25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3195" y="1823684"/>
            <a:ext cx="8876189" cy="1258368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6388" y="3326660"/>
            <a:ext cx="7309803" cy="150025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0EA6C-23D8-4CFE-A1FB-747276F03EA8}" type="datetime1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29774" y="5441154"/>
            <a:ext cx="2436601" cy="312553"/>
          </a:xfrm>
        </p:spPr>
        <p:txBody>
          <a:bodyPr/>
          <a:lstStyle/>
          <a:p>
            <a:fld id="{3D76BC4B-2DC6-7B49-B3A2-D171F11A7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12">
            <a:extLst>
              <a:ext uri="{FF2B5EF4-FFF2-40B4-BE49-F238E27FC236}">
                <a16:creationId xmlns:a16="http://schemas.microsoft.com/office/drawing/2014/main" id="{D8064D42-54D0-1B23-C80B-8097636D27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654" y="0"/>
            <a:ext cx="902921" cy="9029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21932C-AD54-3238-FDF6-CAC657DF652D}"/>
              </a:ext>
            </a:extLst>
          </p:cNvPr>
          <p:cNvSpPr txBox="1"/>
          <p:nvPr userDrawn="1"/>
        </p:nvSpPr>
        <p:spPr>
          <a:xfrm>
            <a:off x="0" y="5562798"/>
            <a:ext cx="9458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70C0">
                    <a:alpha val="25421"/>
                  </a:srgbClr>
                </a:solidFill>
                <a:latin typeface="Source Han Sans SC" panose="020B0503020204020204" pitchFamily="34" charset="-122"/>
                <a:ea typeface="Source Han Sans SC" panose="020B0503020204020204" pitchFamily="34" charset="-122"/>
              </a:rPr>
              <a:t>LLP</a:t>
            </a:r>
            <a:r>
              <a:rPr lang="zh-CN" altLang="en-US" sz="1400" b="1" dirty="0">
                <a:solidFill>
                  <a:schemeClr val="tx1">
                    <a:alpha val="25421"/>
                  </a:schemeClr>
                </a:solidFill>
                <a:latin typeface="Source Han Sans SC" panose="020B0503020204020204" pitchFamily="34" charset="-122"/>
                <a:ea typeface="Source Han Sans SC" panose="020B0503020204020204" pitchFamily="34" charset="-122"/>
              </a:rPr>
              <a:t> ｜ </a:t>
            </a:r>
            <a:r>
              <a:rPr lang="zh-CN" altLang="en-US" sz="1400" b="1" dirty="0">
                <a:solidFill>
                  <a:srgbClr val="FF0000">
                    <a:alpha val="25421"/>
                  </a:srgbClr>
                </a:solidFill>
                <a:latin typeface="Source Han Sans SC" panose="020B0503020204020204" pitchFamily="34" charset="-122"/>
                <a:ea typeface="Source Han Sans SC" panose="020B0503020204020204" pitchFamily="34" charset="-122"/>
              </a:rPr>
              <a:t>保密材料，严禁外传</a:t>
            </a:r>
            <a:endParaRPr lang="en-US" sz="1400" b="1" dirty="0">
              <a:solidFill>
                <a:srgbClr val="FF0000">
                  <a:alpha val="25421"/>
                </a:srgbClr>
              </a:solidFill>
              <a:latin typeface="Source Han Sans SC" panose="020B0503020204020204" pitchFamily="34" charset="-122"/>
              <a:ea typeface="Source Han Sans SC" panose="020B0503020204020204" pitchFamily="34" charset="-122"/>
            </a:endParaRPr>
          </a:p>
        </p:txBody>
      </p:sp>
      <p:sp>
        <p:nvSpPr>
          <p:cNvPr id="12" name="Rect25">
            <a:extLst>
              <a:ext uri="{FF2B5EF4-FFF2-40B4-BE49-F238E27FC236}">
                <a16:creationId xmlns:a16="http://schemas.microsoft.com/office/drawing/2014/main" id="{8DBF47F3-B011-E73D-2D0A-1920E7342245}"/>
              </a:ext>
            </a:extLst>
          </p:cNvPr>
          <p:cNvSpPr/>
          <p:nvPr userDrawn="1"/>
        </p:nvSpPr>
        <p:spPr>
          <a:xfrm>
            <a:off x="474194" y="865970"/>
            <a:ext cx="655316" cy="79044"/>
          </a:xfrm>
          <a:prstGeom prst="rect">
            <a:avLst/>
          </a:prstGeom>
          <a:solidFill>
            <a:srgbClr val="76CAF2"/>
          </a:solidFill>
          <a:ln>
            <a:noFill/>
          </a:ln>
        </p:spPr>
        <p:txBody>
          <a:bodyPr rtlCol="0" anchor="ctr"/>
          <a:lstStyle/>
          <a:p>
            <a:pPr algn="ctr"/>
            <a:endParaRPr kumimoji="1" lang="zh-CN" altLang="en-US" sz="1799"/>
          </a:p>
        </p:txBody>
      </p:sp>
      <p:cxnSp>
        <p:nvCxnSpPr>
          <p:cNvPr id="13" name="直线连接符 4">
            <a:extLst>
              <a:ext uri="{FF2B5EF4-FFF2-40B4-BE49-F238E27FC236}">
                <a16:creationId xmlns:a16="http://schemas.microsoft.com/office/drawing/2014/main" id="{2C407B08-DAA1-6734-DB0F-EF73545AD753}"/>
              </a:ext>
            </a:extLst>
          </p:cNvPr>
          <p:cNvCxnSpPr/>
          <p:nvPr userDrawn="1"/>
        </p:nvCxnSpPr>
        <p:spPr>
          <a:xfrm>
            <a:off x="474194" y="865971"/>
            <a:ext cx="4446444" cy="0"/>
          </a:xfrm>
          <a:prstGeom prst="line">
            <a:avLst/>
          </a:prstGeom>
          <a:ln w="6350">
            <a:solidFill>
              <a:srgbClr val="9E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42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22129" y="235096"/>
            <a:ext cx="9398318" cy="97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2129" y="1369801"/>
            <a:ext cx="9398318" cy="387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22131" y="5441154"/>
            <a:ext cx="2436601" cy="312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B307B-1F20-4249-8B8B-085292256DE8}" type="datetime1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67882" y="5441154"/>
            <a:ext cx="3306815" cy="312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933427" y="5441154"/>
            <a:ext cx="2436601" cy="312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6BC4B-2DC6-7B49-B3A2-D171F11A7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287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358917974.jpg"/>
          <p:cNvPicPr>
            <a:picLocks noChangeAspect="1"/>
          </p:cNvPicPr>
          <p:nvPr/>
        </p:nvPicPr>
        <p:blipFill rotWithShape="1">
          <a:blip r:embed="rId3">
            <a:alphaModFix amt="9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 t="11231"/>
          <a:stretch>
            <a:fillRect/>
          </a:stretch>
        </p:blipFill>
        <p:spPr>
          <a:xfrm>
            <a:off x="2999" y="1687"/>
            <a:ext cx="6380792" cy="586720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339545" y="4212410"/>
            <a:ext cx="4044246" cy="462270"/>
          </a:xfrm>
          <a:prstGeom prst="rect">
            <a:avLst/>
          </a:prstGeom>
          <a:solidFill>
            <a:srgbClr val="00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41" dirty="0">
              <a:ea typeface="Source Han Sans SC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83791" y="2129559"/>
            <a:ext cx="3646168" cy="199100"/>
          </a:xfrm>
          <a:prstGeom prst="rect">
            <a:avLst/>
          </a:prstGeom>
          <a:solidFill>
            <a:srgbClr val="20A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41" dirty="0">
              <a:ea typeface="Source Han Sans SC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39544" y="2328658"/>
            <a:ext cx="7690414" cy="1883753"/>
          </a:xfrm>
          <a:prstGeom prst="rect">
            <a:avLst/>
          </a:prstGeom>
          <a:solidFill>
            <a:srgbClr val="00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41" dirty="0">
              <a:ea typeface="Source Han Sans SC" panose="02010600030101010101" pitchFamily="2" charset="-122"/>
            </a:endParaRPr>
          </a:p>
        </p:txBody>
      </p:sp>
      <p:sp>
        <p:nvSpPr>
          <p:cNvPr id="23" name="Shape 119"/>
          <p:cNvSpPr/>
          <p:nvPr/>
        </p:nvSpPr>
        <p:spPr>
          <a:xfrm>
            <a:off x="2669025" y="2858380"/>
            <a:ext cx="7189748" cy="752518"/>
          </a:xfrm>
          <a:prstGeom prst="rect">
            <a:avLst/>
          </a:prstGeom>
          <a:ln w="12700">
            <a:miter lim="400000"/>
          </a:ln>
        </p:spPr>
        <p:txBody>
          <a:bodyPr wrap="square" lIns="50770" tIns="50770" rIns="50770" bIns="5077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600" b="1" dirty="0">
                <a:solidFill>
                  <a:schemeClr val="bg1"/>
                </a:solidFill>
                <a:latin typeface="Source Han Sans SC"/>
                <a:ea typeface="Source Han Sans SC"/>
                <a:cs typeface="Source Han Sans SC"/>
              </a:rPr>
              <a:t>Main</a:t>
            </a:r>
            <a:r>
              <a:rPr lang="zh-CN" altLang="en-US" sz="3600" b="1" dirty="0">
                <a:solidFill>
                  <a:schemeClr val="bg1"/>
                </a:solidFill>
                <a:latin typeface="Source Han Sans SC"/>
                <a:ea typeface="Source Han Sans SC"/>
                <a:cs typeface="Source Han Sans SC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Source Han Sans SC"/>
                <a:ea typeface="Source Han Sans SC"/>
                <a:cs typeface="Source Han Sans SC"/>
              </a:rPr>
              <a:t>Title</a:t>
            </a:r>
            <a:endParaRPr lang="zh-CN" altLang="en-US" sz="3600" b="1" dirty="0">
              <a:solidFill>
                <a:schemeClr val="bg1"/>
              </a:solidFill>
              <a:latin typeface="Source Han Sans SC"/>
              <a:ea typeface="Source Han Sans SC"/>
              <a:cs typeface="Source Han Sans SC"/>
            </a:endParaRPr>
          </a:p>
        </p:txBody>
      </p:sp>
      <p:sp>
        <p:nvSpPr>
          <p:cNvPr id="25" name="Shape 119"/>
          <p:cNvSpPr/>
          <p:nvPr/>
        </p:nvSpPr>
        <p:spPr>
          <a:xfrm>
            <a:off x="2617634" y="3754119"/>
            <a:ext cx="102596" cy="515402"/>
          </a:xfrm>
          <a:prstGeom prst="rect">
            <a:avLst/>
          </a:prstGeom>
          <a:ln w="12700">
            <a:miter lim="400000"/>
          </a:ln>
        </p:spPr>
        <p:txBody>
          <a:bodyPr wrap="none" lIns="50770" tIns="50770" rIns="50770" bIns="50770" anchor="ctr">
            <a:spAutoFit/>
          </a:bodyPr>
          <a:lstStyle/>
          <a:p>
            <a:pPr defTabSz="457134">
              <a:lnSpc>
                <a:spcPts val="3758"/>
              </a:lnSpc>
              <a:defRPr sz="4200"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endParaRPr sz="1400" dirty="0">
              <a:latin typeface="思源黑体 CN Medium"/>
              <a:ea typeface="思源黑体 CN Medium"/>
              <a:cs typeface="Source Han Sans CN Heavy Bold"/>
            </a:endParaRPr>
          </a:p>
        </p:txBody>
      </p:sp>
      <p:sp>
        <p:nvSpPr>
          <p:cNvPr id="29" name="Shape 119"/>
          <p:cNvSpPr/>
          <p:nvPr/>
        </p:nvSpPr>
        <p:spPr>
          <a:xfrm>
            <a:off x="6383791" y="3609493"/>
            <a:ext cx="3424903" cy="512580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50770" tIns="50770" rIns="50770" bIns="50770" anchor="ctr">
            <a:spAutoFit/>
          </a:bodyPr>
          <a:lstStyle/>
          <a:p>
            <a:pPr algn="r">
              <a:lnSpc>
                <a:spcPts val="3758"/>
              </a:lnSpc>
              <a:defRPr sz="4200"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lang="en-US" altLang="zh-CN" sz="1301" dirty="0">
                <a:solidFill>
                  <a:srgbClr val="59E3FA"/>
                </a:solidFill>
                <a:latin typeface="Source Han Sans SC" panose="02010600030101010101" pitchFamily="2" charset="-122"/>
                <a:ea typeface="思源黑体 CN Medium"/>
                <a:cs typeface="Arial" panose="020B0604020202020204" pitchFamily="34" charset="0"/>
              </a:rPr>
              <a:t>Speaker </a:t>
            </a:r>
            <a:r>
              <a:rPr lang="en-US" altLang="zh-CN" sz="1301" dirty="0">
                <a:solidFill>
                  <a:schemeClr val="bg1"/>
                </a:solidFill>
                <a:latin typeface="Source Han Sans SC" panose="02010600030101010101" pitchFamily="2" charset="-122"/>
                <a:ea typeface="思源黑体 CN Medium"/>
                <a:cs typeface="Arial" panose="020B0604020202020204" pitchFamily="34" charset="0"/>
              </a:rPr>
              <a:t>|</a:t>
            </a:r>
            <a:r>
              <a:rPr lang="en-US" altLang="zh-CN" sz="1301" dirty="0">
                <a:solidFill>
                  <a:srgbClr val="59E3FA"/>
                </a:solidFill>
                <a:latin typeface="Source Han Sans SC" panose="02010600030101010101" pitchFamily="2" charset="-122"/>
                <a:ea typeface="思源黑体 CN Medium"/>
                <a:cs typeface="Arial" panose="020B0604020202020204" pitchFamily="34" charset="0"/>
              </a:rPr>
              <a:t> year</a:t>
            </a:r>
            <a:endParaRPr lang="en-US" sz="1301" dirty="0">
              <a:solidFill>
                <a:srgbClr val="59E3FA"/>
              </a:solidFill>
              <a:latin typeface="Source Han Sans SC" panose="02010600030101010101" pitchFamily="2" charset="-122"/>
              <a:ea typeface="思源黑体 CN Medium"/>
              <a:cs typeface="Arial" panose="020B0604020202020204" pitchFamily="34" charset="0"/>
            </a:endParaRPr>
          </a:p>
        </p:txBody>
      </p:sp>
      <p:sp>
        <p:nvSpPr>
          <p:cNvPr id="2" name="AutoShape 2" descr="IAM logo"/>
          <p:cNvSpPr>
            <a:spLocks noChangeAspect="1" noChangeArrowheads="1"/>
          </p:cNvSpPr>
          <p:nvPr/>
        </p:nvSpPr>
        <p:spPr bwMode="auto">
          <a:xfrm>
            <a:off x="5090830" y="2804830"/>
            <a:ext cx="260914" cy="26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8274" tIns="39137" rIns="78274" bIns="39137" numCol="1" anchor="t" anchorCtr="0" compatLnSpc="1"/>
          <a:lstStyle/>
          <a:p>
            <a:endParaRPr lang="zh-CN" altLang="en-US" sz="1541" dirty="0">
              <a:latin typeface="Source Han Sans SC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F24E2-1833-FA33-91F1-657EBD5F661D}"/>
              </a:ext>
            </a:extLst>
          </p:cNvPr>
          <p:cNvSpPr txBox="1"/>
          <p:nvPr/>
        </p:nvSpPr>
        <p:spPr>
          <a:xfrm>
            <a:off x="9014537" y="-36513"/>
            <a:ext cx="1425039" cy="15081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BC4B-2DC6-7B49-B3A2-D171F11A7BDF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6" name="ContentBox"/>
          <p:cNvSpPr txBox="1"/>
          <p:nvPr/>
        </p:nvSpPr>
        <p:spPr>
          <a:xfrm>
            <a:off x="432280" y="1238006"/>
            <a:ext cx="9749474" cy="316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Technical information, business information and other commercial information that:</a:t>
            </a:r>
          </a:p>
          <a:p>
            <a:endParaRPr lang="en-US" altLang="zh-CN" sz="1400" dirty="0"/>
          </a:p>
          <a:p>
            <a:pPr marL="285573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99" b="1" dirty="0"/>
              <a:t>(1) Not known to the public</a:t>
            </a:r>
          </a:p>
          <a:p>
            <a:pPr marL="742489" lvl="1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Non-public / not generally known or readily ascertainable by the relevant public</a:t>
            </a:r>
          </a:p>
          <a:p>
            <a:pPr marL="285573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99" b="1" dirty="0"/>
              <a:t>(2) Has commercial value</a:t>
            </a:r>
          </a:p>
          <a:p>
            <a:pPr marL="742489" lvl="1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Actual or potential economic value derived from its secrecy</a:t>
            </a:r>
          </a:p>
          <a:p>
            <a:pPr marL="285573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99" b="1" dirty="0"/>
              <a:t>(3) Reasonable protective measures taken by the right holder</a:t>
            </a:r>
          </a:p>
          <a:p>
            <a:pPr marL="742489" lvl="1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Confidentiality agreements, access controls, document marking, physical security, etc.</a:t>
            </a:r>
          </a:p>
          <a:p>
            <a:endParaRPr lang="en-US" altLang="zh-CN" sz="1400" dirty="0"/>
          </a:p>
          <a:p>
            <a:pPr marL="285573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Technical Info: formulas, processes, algorithms, software source code, R&amp;D data, product designs</a:t>
            </a:r>
          </a:p>
          <a:p>
            <a:pPr marL="285573" indent="-28557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Business Info: customer lists, pricing strategies, bidding materials, business plans, financial data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A59C10-AF93-7B2C-AF48-7F0B0D842076}"/>
              </a:ext>
            </a:extLst>
          </p:cNvPr>
          <p:cNvSpPr txBox="1">
            <a:spLocks/>
          </p:cNvSpPr>
          <p:nvPr/>
        </p:nvSpPr>
        <p:spPr>
          <a:xfrm>
            <a:off x="432280" y="184446"/>
            <a:ext cx="8670108" cy="582646"/>
          </a:xfrm>
          <a:prstGeom prst="rect">
            <a:avLst/>
          </a:prstGeom>
        </p:spPr>
        <p:txBody>
          <a:bodyPr vert="horz" lIns="78229" tIns="39115" rIns="78229" bIns="39115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395" dirty="0">
                <a:solidFill>
                  <a:srgbClr val="00B0F0"/>
                </a:solidFill>
              </a:rPr>
              <a:t>Definition of Trade Secrets</a:t>
            </a:r>
            <a:endParaRPr lang="zh-CN" altLang="en-US" sz="1712" dirty="0">
              <a:solidFill>
                <a:srgbClr val="005A8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58099" y="474546"/>
            <a:ext cx="6016646" cy="4915262"/>
          </a:xfrm>
          <a:prstGeom prst="rect">
            <a:avLst/>
          </a:prstGeom>
          <a:solidFill>
            <a:srgbClr val="1DA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41"/>
          </a:p>
        </p:txBody>
      </p:sp>
      <p:sp>
        <p:nvSpPr>
          <p:cNvPr id="14" name="矩形 13"/>
          <p:cNvSpPr/>
          <p:nvPr/>
        </p:nvSpPr>
        <p:spPr>
          <a:xfrm>
            <a:off x="2999" y="474546"/>
            <a:ext cx="255100" cy="4915262"/>
          </a:xfrm>
          <a:prstGeom prst="rect">
            <a:avLst/>
          </a:prstGeom>
          <a:solidFill>
            <a:srgbClr val="00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41"/>
          </a:p>
        </p:txBody>
      </p:sp>
      <p:sp>
        <p:nvSpPr>
          <p:cNvPr id="15" name="矩形 14"/>
          <p:cNvSpPr/>
          <p:nvPr/>
        </p:nvSpPr>
        <p:spPr>
          <a:xfrm>
            <a:off x="10284720" y="474546"/>
            <a:ext cx="165010" cy="4915262"/>
          </a:xfrm>
          <a:prstGeom prst="rect">
            <a:avLst/>
          </a:prstGeom>
          <a:solidFill>
            <a:srgbClr val="00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41"/>
          </a:p>
        </p:txBody>
      </p:sp>
      <p:sp>
        <p:nvSpPr>
          <p:cNvPr id="13" name="Shape 119"/>
          <p:cNvSpPr/>
          <p:nvPr/>
        </p:nvSpPr>
        <p:spPr>
          <a:xfrm>
            <a:off x="1506356" y="2589486"/>
            <a:ext cx="3520134" cy="685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70" tIns="50770" rIns="50770" bIns="50770" anchor="ctr">
            <a:spAutoFit/>
          </a:bodyPr>
          <a:lstStyle/>
          <a:p>
            <a:pPr algn="ctr">
              <a:lnSpc>
                <a:spcPts val="3758"/>
              </a:lnSpc>
              <a:defRPr sz="4200"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lang="en-US" sz="5650">
                <a:solidFill>
                  <a:schemeClr val="bg1"/>
                </a:solidFill>
                <a:latin typeface="Mukta Vaani SemiBold"/>
                <a:ea typeface="思源黑体 CN ExtraLight"/>
              </a:rPr>
              <a:t>Thank</a:t>
            </a:r>
            <a:r>
              <a:rPr lang="zh-CN" altLang="en-US" sz="5650">
                <a:solidFill>
                  <a:schemeClr val="bg1"/>
                </a:solidFill>
                <a:latin typeface="Mukta Vaani SemiBold"/>
                <a:ea typeface="思源黑体 CN ExtraLight"/>
              </a:rPr>
              <a:t> </a:t>
            </a:r>
            <a:r>
              <a:rPr lang="en-US" altLang="zh-CN" sz="5650">
                <a:solidFill>
                  <a:schemeClr val="bg1"/>
                </a:solidFill>
                <a:latin typeface="Mukta Vaani SemiBold"/>
                <a:ea typeface="思源黑体 CN ExtraLight"/>
              </a:rPr>
              <a:t>you!</a:t>
            </a:r>
            <a:endParaRPr sz="5650">
              <a:solidFill>
                <a:schemeClr val="bg1"/>
              </a:solidFill>
              <a:latin typeface="Mukta Vaani SemiBold"/>
              <a:ea typeface="思源黑体 CN Extra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4AEC1-0DF1-5FCB-B7A5-8603D7277C7D}"/>
              </a:ext>
            </a:extLst>
          </p:cNvPr>
          <p:cNvSpPr txBox="1"/>
          <p:nvPr/>
        </p:nvSpPr>
        <p:spPr>
          <a:xfrm>
            <a:off x="0" y="5389808"/>
            <a:ext cx="4069080" cy="48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ACDD6-0993-1705-015E-8E79FD818FD6}"/>
              </a:ext>
            </a:extLst>
          </p:cNvPr>
          <p:cNvSpPr txBox="1"/>
          <p:nvPr/>
        </p:nvSpPr>
        <p:spPr>
          <a:xfrm>
            <a:off x="6370496" y="0"/>
            <a:ext cx="4069080" cy="48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8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14173</TotalTime>
  <Words>122</Words>
  <Application>Microsoft Macintosh PowerPoint</Application>
  <PresentationFormat>Custom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等线</vt:lpstr>
      <vt:lpstr>Source Han Sans SC</vt:lpstr>
      <vt:lpstr>思源黑体 CN Medium</vt:lpstr>
      <vt:lpstr>Arial</vt:lpstr>
      <vt:lpstr>Calibri</vt:lpstr>
      <vt:lpstr>Mukta Vaani SemiBold</vt:lpstr>
      <vt:lpstr>Office 主题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 Chen</dc:creator>
  <cp:lastModifiedBy>Simon Liu</cp:lastModifiedBy>
  <cp:revision>462</cp:revision>
  <dcterms:created xsi:type="dcterms:W3CDTF">2021-04-12T06:11:44Z</dcterms:created>
  <dcterms:modified xsi:type="dcterms:W3CDTF">2026-06-04T05:18:44Z</dcterms:modified>
</cp:coreProperties>
</file>